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1097280"/>
            <a:ext cx="3840480" cy="4572000"/>
          </a:xfrm>
          <a:prstGeom prst="roundRect">
            <a:avLst>
              <a:gd name="adj" fmla="val 5952"/>
            </a:avLst>
          </a:prstGeom>
          <a:solidFill>
            <a:srgbClr val="162238"/>
          </a:solidFill>
          <a:ln w="19050">
            <a:solidFill>
              <a:srgbClr val="28385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1371600"/>
            <a:ext cx="3291840" cy="4023360"/>
          </a:xfrm>
          <a:prstGeom prst="roundRect">
            <a:avLst>
              <a:gd name="adj" fmla="val 5556"/>
            </a:avLst>
          </a:prstGeom>
          <a:solidFill>
            <a:srgbClr val="101A2E"/>
          </a:solidFill>
          <a:ln w="12700">
            <a:solidFill>
              <a:srgbClr val="1C3F9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2011680"/>
            <a:ext cx="3291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M+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8138160" y="384048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MITIGATEPLUS SYSTEM ECOSYSTEM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App · Web Portal · Cloud DB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463040"/>
            <a:ext cx="6858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MitigatePlus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731520" y="2468880"/>
            <a:ext cx="6858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Community Disaster Risk Mitigation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 System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31520" y="3840480"/>
            <a:ext cx="6583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Capstone Project Submitted in Partial Fulfillment of the Degree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Bachelor of Science in Information Technology with Specialization in Mobile &amp; Web Applications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University — College of Computing and Information Technologies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5120640"/>
            <a:ext cx="6583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Team: John Rafael Corpuz · John Herszel Datul · Neil Chester Mari Garcia · John Michael Nolasco · Ellica Onggoco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Capstone Adviser: Prof. John Ivan C. Maurat  |  February 2026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C3F94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411480"/>
            <a:ext cx="36576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5486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OPERATIONAL CHALLENGE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8686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in Traditional Disaster Relief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3383280" cy="4114800"/>
          </a:xfrm>
          <a:prstGeom prst="roundRect">
            <a:avLst>
              <a:gd name="adj" fmla="val 5405"/>
            </a:avLst>
          </a:prstGeom>
          <a:solidFill>
            <a:srgbClr val="162238"/>
          </a:solidFill>
          <a:ln w="19050">
            <a:solidFill>
              <a:srgbClr val="28385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1920240"/>
            <a:ext cx="548640" cy="7315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10312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005840" y="274320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&amp; Paper-Based Lists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3566160"/>
            <a:ext cx="28346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Reliance on handwritten logbooks and paper stubs causes chaotic queues, delayed response times, and unrecorded address overlaps in urban Manila barangays.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89120" y="1645920"/>
            <a:ext cx="3383280" cy="4114800"/>
          </a:xfrm>
          <a:prstGeom prst="roundRect">
            <a:avLst>
              <a:gd name="adj" fmla="val 5405"/>
            </a:avLst>
          </a:prstGeom>
          <a:solidFill>
            <a:srgbClr val="162238"/>
          </a:solidFill>
          <a:ln w="19050">
            <a:solidFill>
              <a:srgbClr val="28385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920240"/>
            <a:ext cx="548640" cy="7315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0" y="210312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663440" y="274320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One-Size-Fits-All Packaging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663440" y="3566160"/>
            <a:ext cx="28346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operations hand out identical relief packs regardless of family headcount, leaving large families under-supplied while misallocating limited public resources.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046720" y="1645920"/>
            <a:ext cx="3383280" cy="4114800"/>
          </a:xfrm>
          <a:prstGeom prst="roundRect">
            <a:avLst>
              <a:gd name="adj" fmla="val 5405"/>
            </a:avLst>
          </a:prstGeom>
          <a:solidFill>
            <a:srgbClr val="162238"/>
          </a:solidFill>
          <a:ln w="19050">
            <a:solidFill>
              <a:srgbClr val="28385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21040" y="1920240"/>
            <a:ext cx="548640" cy="7315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8" name="Text 16"/>
          <p:cNvSpPr/>
          <p:nvPr/>
        </p:nvSpPr>
        <p:spPr>
          <a:xfrm>
            <a:off x="8321040" y="210312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8321040" y="274320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Ghost Beneficiaries &amp; Double-Dipping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321040" y="3566160"/>
            <a:ext cx="28346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Absence of centralized cryptographic verification allows opportunistic individuals to claim relief packs multiple times across different distribution centers.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C3F94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411480"/>
            <a:ext cx="36576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5486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RESEARCH RATIONALE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8686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Insight: Moving from Reaction to Precision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10698480" cy="1645920"/>
          </a:xfrm>
          <a:prstGeom prst="roundRect">
            <a:avLst>
              <a:gd name="adj" fmla="val 11111"/>
            </a:avLst>
          </a:prstGeom>
          <a:solidFill>
            <a:srgbClr val="162238"/>
          </a:solidFill>
          <a:ln w="19050">
            <a:solidFill>
              <a:srgbClr val="1C3F9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1920240"/>
            <a:ext cx="9966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i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"Disaster recovery must not rely on manual guesswork or chaotic queues. Effective disaster management depends on verified household data, evidence-based prioritization, and transparent cryptographic accountability across all local actors."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31520" y="3566160"/>
            <a:ext cx="3383280" cy="2377440"/>
          </a:xfrm>
          <a:prstGeom prst="roundRect">
            <a:avLst>
              <a:gd name="adj" fmla="val 5769"/>
            </a:avLst>
          </a:prstGeom>
          <a:solidFill>
            <a:srgbClr val="101A2E"/>
          </a:solidFill>
          <a:ln w="12700">
            <a:solidFill>
              <a:srgbClr val="28385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374904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Data-Driven Entitlements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4389120"/>
            <a:ext cx="2834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Relief packages are calculated mathematically based on verified family headcount and vulnerability tags.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89120" y="3566160"/>
            <a:ext cx="3383280" cy="2377440"/>
          </a:xfrm>
          <a:prstGeom prst="roundRect">
            <a:avLst>
              <a:gd name="adj" fmla="val 5769"/>
            </a:avLst>
          </a:prstGeom>
          <a:solidFill>
            <a:srgbClr val="101A2E"/>
          </a:solidFill>
          <a:ln w="12700">
            <a:solidFill>
              <a:srgbClr val="28385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374904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Sub-Second Verification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63440" y="4389120"/>
            <a:ext cx="2834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Camera-based QR token scanning validates legitimate claimants in less than 2 seconds at the relief staging court.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46720" y="3566160"/>
            <a:ext cx="3383280" cy="2377440"/>
          </a:xfrm>
          <a:prstGeom prst="roundRect">
            <a:avLst>
              <a:gd name="adj" fmla="val 5769"/>
            </a:avLst>
          </a:prstGeom>
          <a:solidFill>
            <a:srgbClr val="101A2E"/>
          </a:solidFill>
          <a:ln w="12700">
            <a:solidFill>
              <a:srgbClr val="28385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0" y="374904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Immutable Audit Trail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21040" y="4389120"/>
            <a:ext cx="2834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release, attendance scan, and blocked duplicate attempt is written to an encrypted, verifiable cloud audit ledger.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C3F94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411480"/>
            <a:ext cx="36576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5486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DEFINITION &amp; SCOPE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8686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MitigatePlus?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6583680" cy="4297680"/>
          </a:xfrm>
          <a:prstGeom prst="roundRect">
            <a:avLst>
              <a:gd name="adj" fmla="val 4255"/>
            </a:avLst>
          </a:prstGeom>
          <a:solidFill>
            <a:srgbClr val="162238"/>
          </a:solidFill>
          <a:ln w="19050">
            <a:solidFill>
              <a:srgbClr val="28385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920240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Community Disaster Risk Mitigation Information System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05840" y="2560320"/>
            <a:ext cx="60350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MitigatePlus is an integrated mobile and web ecosystem purpose-built for the post-disaster response and rehabilitation phase in the City of Manila.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replaces chaotic manual processes with a synchronized four-way workflow connecting: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Affected Citizen Residents (via Mobile App)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Frontline Field Responders (via Mobile App Scanner Hub)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Barangay Officials (via Grassroots Web Portal)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City LGU &amp; MDRRMO Leadership (via Command Center Web Portal)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Targeting SDG 11 (Sustainable Cities &amp; Communities) and compliant with the Philippine National Disaster Response Plan (NDRP 2024).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589520" y="1645920"/>
            <a:ext cx="3840480" cy="4297680"/>
          </a:xfrm>
          <a:prstGeom prst="roundRect">
            <a:avLst>
              <a:gd name="adj" fmla="val 4762"/>
            </a:avLst>
          </a:prstGeom>
          <a:solidFill>
            <a:srgbClr val="101A2E"/>
          </a:solidFill>
          <a:ln w="19050">
            <a:solidFill>
              <a:srgbClr val="1C3F9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63840" y="19202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SCOPE SUMMARY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863840" y="2377440"/>
            <a:ext cx="32918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Post-Disaster Phase Focus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(Assessment, Relief &amp; Recovery)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Pilot Area: City of Manila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(Barangay 291 &amp; District 3)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Full Demographic Modeling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(Seniors, PWD, Pregnant, Infants)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ISO/IEC 25010 Evaluated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(Target: ≥85% across 6 dimensions)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C3F94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411480"/>
            <a:ext cx="36576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5486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CAPABILITIES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8686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Features &amp; Innovations (Manuscript Section 1.1)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3383280" cy="2194560"/>
          </a:xfrm>
          <a:prstGeom prst="roundRect">
            <a:avLst>
              <a:gd name="adj" fmla="val 6250"/>
            </a:avLst>
          </a:prstGeom>
          <a:solidFill>
            <a:srgbClr val="162238"/>
          </a:solidFill>
          <a:ln w="19050">
            <a:solidFill>
              <a:srgbClr val="28385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8288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CITIZEN REPORTING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60120" y="210312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Damage Geotagging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60120" y="256032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Residents capture structural damage with photo evidence and hardware GPS coordinates, enabling barangay officials to validate severity and prioritize emergency aid.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89120" y="1645920"/>
            <a:ext cx="3383280" cy="2194560"/>
          </a:xfrm>
          <a:prstGeom prst="roundRect">
            <a:avLst>
              <a:gd name="adj" fmla="val 6250"/>
            </a:avLst>
          </a:prstGeom>
          <a:solidFill>
            <a:srgbClr val="162238"/>
          </a:solidFill>
          <a:ln w="19050">
            <a:solidFill>
              <a:srgbClr val="28385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18288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NOVELTY 1 &amp; 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617720" y="210312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Relief QR Pass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17720" y="256032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Offline-ready cryptographic QR pass dynamically computes right-sized relief packages: 1 base pack for up to 5 members plus customized top-ups for seniors, PWDs, and infants.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46720" y="1645920"/>
            <a:ext cx="3383280" cy="2194560"/>
          </a:xfrm>
          <a:prstGeom prst="roundRect">
            <a:avLst>
              <a:gd name="adj" fmla="val 6250"/>
            </a:avLst>
          </a:prstGeom>
          <a:solidFill>
            <a:srgbClr val="162238"/>
          </a:solidFill>
          <a:ln w="19050">
            <a:solidFill>
              <a:srgbClr val="28385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75320" y="18288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REHABILITATION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275320" y="210312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Cash-for-Work Livelihood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275320" y="256032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Affected residents apply for post-disaster community clearing and reconstruction jobs with automated QR attendance time-tracking and wage calculation (₱500/day).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31520" y="4023360"/>
            <a:ext cx="5212080" cy="1920240"/>
          </a:xfrm>
          <a:prstGeom prst="roundRect">
            <a:avLst>
              <a:gd name="adj" fmla="val 7143"/>
            </a:avLst>
          </a:prstGeom>
          <a:solidFill>
            <a:srgbClr val="162238"/>
          </a:solidFill>
          <a:ln w="19050">
            <a:solidFill>
              <a:srgbClr val="28385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420624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NOVELTY 3: ANTI-FRAUD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05840" y="448056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Scanner Hub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005840" y="4892040"/>
            <a:ext cx="4663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Frontline mobile workspace for field responders featuring high-speed camera QR scanning, automated duplicate claim fraud interception, and offline claim caching.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217920" y="4023360"/>
            <a:ext cx="5212080" cy="1920240"/>
          </a:xfrm>
          <a:prstGeom prst="roundRect">
            <a:avLst>
              <a:gd name="adj" fmla="val 7143"/>
            </a:avLst>
          </a:prstGeom>
          <a:solidFill>
            <a:srgbClr val="162238"/>
          </a:solidFill>
          <a:ln w="19050">
            <a:solidFill>
              <a:srgbClr val="28385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420624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LOGISTICS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92240" y="448056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Field Operations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492240" y="4892040"/>
            <a:ext cx="4663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Tasks: Distribution schedules &amp; volunteer team checklists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Delivery: Door-to-door special request relief for bedridden residents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QR Scan: Instant relief release &amp; Cash-for-Work attendance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Logger: Field incident geotagging &amp; photo incident logging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C3F94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411480"/>
            <a:ext cx="36576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5486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PROCESS FLOW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8686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Works: 4-Stage Operational Lifecycle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2468880" cy="4206240"/>
          </a:xfrm>
          <a:prstGeom prst="roundRect">
            <a:avLst>
              <a:gd name="adj" fmla="val 7407"/>
            </a:avLst>
          </a:prstGeom>
          <a:solidFill>
            <a:srgbClr val="162238"/>
          </a:solidFill>
          <a:ln w="19050">
            <a:solidFill>
              <a:srgbClr val="1C3F9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" y="1920240"/>
            <a:ext cx="457200" cy="73152"/>
          </a:xfrm>
          <a:prstGeom prst="rect">
            <a:avLst/>
          </a:prstGeom>
          <a:solidFill>
            <a:srgbClr val="00D2FF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1031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24231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Registration &amp; Profiling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31089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ACTOR: CITIZEN RESIDENT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60120" y="3474720"/>
            <a:ext cx="20116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Resident registers household demographics, lists family members with vulnerability markers (Senior/PWD/Infant), and uploads official government ID.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474720" y="1645920"/>
            <a:ext cx="2468880" cy="4206240"/>
          </a:xfrm>
          <a:prstGeom prst="roundRect">
            <a:avLst>
              <a:gd name="adj" fmla="val 7407"/>
            </a:avLst>
          </a:prstGeom>
          <a:solidFill>
            <a:srgbClr val="162238"/>
          </a:solidFill>
          <a:ln w="19050">
            <a:solidFill>
              <a:srgbClr val="1C3F9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703320" y="1920240"/>
            <a:ext cx="457200" cy="73152"/>
          </a:xfrm>
          <a:prstGeom prst="rect">
            <a:avLst/>
          </a:prstGeom>
          <a:solidFill>
            <a:srgbClr val="00D2FF"/>
          </a:solidFill>
          <a:ln/>
        </p:spPr>
      </p:sp>
      <p:sp>
        <p:nvSpPr>
          <p:cNvPr id="14" name="Text 12"/>
          <p:cNvSpPr/>
          <p:nvPr/>
        </p:nvSpPr>
        <p:spPr>
          <a:xfrm>
            <a:off x="3703320" y="21031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703320" y="24231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&amp; Priority Scoring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703320" y="31089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ACTOR: BARANGAY OFFICIAL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703320" y="3474720"/>
            <a:ext cx="20116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Barangay admin checks submitted ID, flags address overlaps, validates damage assessments, and algorithm computes 0-100 Priority Score.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7920" y="1645920"/>
            <a:ext cx="2468880" cy="4206240"/>
          </a:xfrm>
          <a:prstGeom prst="roundRect">
            <a:avLst>
              <a:gd name="adj" fmla="val 7407"/>
            </a:avLst>
          </a:prstGeom>
          <a:solidFill>
            <a:srgbClr val="162238"/>
          </a:solidFill>
          <a:ln w="19050">
            <a:solidFill>
              <a:srgbClr val="1C3F9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46520" y="1920240"/>
            <a:ext cx="457200" cy="73152"/>
          </a:xfrm>
          <a:prstGeom prst="rect">
            <a:avLst/>
          </a:prstGeom>
          <a:solidFill>
            <a:srgbClr val="00D2FF"/>
          </a:solidFill>
          <a:ln/>
        </p:spPr>
      </p:sp>
      <p:sp>
        <p:nvSpPr>
          <p:cNvPr id="20" name="Text 18"/>
          <p:cNvSpPr/>
          <p:nvPr/>
        </p:nvSpPr>
        <p:spPr>
          <a:xfrm>
            <a:off x="6446520" y="21031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46520" y="24231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QR Release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46520" y="31089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ACTOR: FRONTLINE FIELD STAFF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446520" y="3474720"/>
            <a:ext cx="20116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scans resident QR pass with phone camera at the covered court. System computes right-sized base and top-up packs in under 2 seconds.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961120" y="1645920"/>
            <a:ext cx="2468880" cy="4206240"/>
          </a:xfrm>
          <a:prstGeom prst="roundRect">
            <a:avLst>
              <a:gd name="adj" fmla="val 7407"/>
            </a:avLst>
          </a:prstGeom>
          <a:solidFill>
            <a:srgbClr val="162238"/>
          </a:solidFill>
          <a:ln w="19050">
            <a:solidFill>
              <a:srgbClr val="1C3F9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89720" y="1920240"/>
            <a:ext cx="457200" cy="73152"/>
          </a:xfrm>
          <a:prstGeom prst="rect">
            <a:avLst/>
          </a:prstGeom>
          <a:solidFill>
            <a:srgbClr val="00D2FF"/>
          </a:solidFill>
          <a:ln/>
        </p:spPr>
      </p:sp>
      <p:sp>
        <p:nvSpPr>
          <p:cNvPr id="26" name="Text 24"/>
          <p:cNvSpPr/>
          <p:nvPr/>
        </p:nvSpPr>
        <p:spPr>
          <a:xfrm>
            <a:off x="9189720" y="21031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189720" y="24231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&amp; Recovery Tracking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189720" y="31089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ACTOR: CITY LGU ADMIN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9189720" y="3474720"/>
            <a:ext cx="20116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claims are intercepted instantly via WebSockets, recovery status advances to Claimed, and 1-click COA liquidation reports are exported.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C3F94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411480"/>
            <a:ext cx="36576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5486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BENEFICIARIES &amp; USERS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8686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It's For: 4 Synchronized System Roles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2468880" cy="4206240"/>
          </a:xfrm>
          <a:prstGeom prst="roundRect">
            <a:avLst>
              <a:gd name="adj" fmla="val 7407"/>
            </a:avLst>
          </a:prstGeom>
          <a:solidFill>
            <a:srgbClr val="162238"/>
          </a:solidFill>
          <a:ln w="19050">
            <a:solidFill>
              <a:srgbClr val="28385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920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ADMIN PORTAL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960120" y="22402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City LGU Leadership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28346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Mayor &amp; MDRRMO Directors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0120" y="3291840"/>
            <a:ext cx="20116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City-wide operational command center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Central warehouse inventory &amp; dispatch logs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Multi-barangay disaster risk heatmaps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Global policy configuration &amp; COA liquidation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474720" y="1645920"/>
            <a:ext cx="2468880" cy="4206240"/>
          </a:xfrm>
          <a:prstGeom prst="roundRect">
            <a:avLst>
              <a:gd name="adj" fmla="val 7407"/>
            </a:avLst>
          </a:prstGeom>
          <a:solidFill>
            <a:srgbClr val="162238"/>
          </a:solidFill>
          <a:ln w="19050">
            <a:solidFill>
              <a:srgbClr val="28385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03320" y="1920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ADMIN PORTAL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703320" y="22402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Barangay Officials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703320" y="28346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Barangay Captains &amp; Staff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703320" y="3291840"/>
            <a:ext cx="20116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Grassroots resident verification queue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Address overlap detection to prevent duplicate profiles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Structural damage assessment validation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Cash-for-Work livelihood project supervision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17920" y="1645920"/>
            <a:ext cx="2468880" cy="4206240"/>
          </a:xfrm>
          <a:prstGeom prst="roundRect">
            <a:avLst>
              <a:gd name="adj" fmla="val 7407"/>
            </a:avLst>
          </a:prstGeom>
          <a:solidFill>
            <a:srgbClr val="162238"/>
          </a:solidFill>
          <a:ln w="19050">
            <a:solidFill>
              <a:srgbClr val="28385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6520" y="1920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APP SCANNER HUB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446520" y="22402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Frontline Field Staff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46520" y="28346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MDRRMO Field Teams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46520" y="3291840"/>
            <a:ext cx="20116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Interactive camera QR scanner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Automated right-sized pack calculation display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Sub-second duplicate claim interception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Field incident logging with GPS &amp; photos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961120" y="1645920"/>
            <a:ext cx="2468880" cy="4206240"/>
          </a:xfrm>
          <a:prstGeom prst="roundRect">
            <a:avLst>
              <a:gd name="adj" fmla="val 7407"/>
            </a:avLst>
          </a:prstGeom>
          <a:solidFill>
            <a:srgbClr val="162238"/>
          </a:solidFill>
          <a:ln w="19050">
            <a:solidFill>
              <a:srgbClr val="28385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89720" y="1920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APP RESIDENT SUITE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9189720" y="22402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Citizen Residents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189720" y="28346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Affected Families in Manila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189720" y="3291840"/>
            <a:ext cx="20116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Cryptographic offline-ready digital QR pass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Camera-based structural damage reporting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5-Stage Longitudinal Recovery Tracker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Cash-for-Work employment application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C3F94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411480"/>
            <a:ext cx="36576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5486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HUMAN-CENTERED DESIGN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8686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User Experience: Built for High-Stress Situations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6400800" cy="4206240"/>
          </a:xfrm>
          <a:prstGeom prst="roundRect">
            <a:avLst>
              <a:gd name="adj" fmla="val 4348"/>
            </a:avLst>
          </a:prstGeom>
          <a:solidFill>
            <a:srgbClr val="162238"/>
          </a:solidFill>
          <a:ln w="19050">
            <a:solidFill>
              <a:srgbClr val="28385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92024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Bilingual Accessibility (English &amp; Natural Tagalog)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005840" y="2240280"/>
            <a:ext cx="5852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language toggle switches all text, prompts, and instructions into clear, natural Tagalog familiar to Filipino community residents.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315468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Offline Resilience &amp; Screenshot Support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005840" y="3474720"/>
            <a:ext cx="5852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generated, the digital relief pass can be saved to device storage or photographed. Field staff can scan or enter alphanumeric codes even in low-signal areas.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438912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Zero Alert Fatigue &amp; Longitudinal Clarity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005840" y="4709160"/>
            <a:ext cx="5852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5-stage stepper (Waiting ➔ Assessed ➔ Allocated ➔ Ready ➔ Claimed) eliminates anxiety and prevents crowded misinformation at evacuation sites.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406640" y="1645920"/>
            <a:ext cx="4023360" cy="4206240"/>
          </a:xfrm>
          <a:prstGeom prst="roundRect">
            <a:avLst>
              <a:gd name="adj" fmla="val 4545"/>
            </a:avLst>
          </a:prstGeom>
          <a:solidFill>
            <a:srgbClr val="101A2E"/>
          </a:solidFill>
          <a:ln w="19050">
            <a:solidFill>
              <a:srgbClr val="1C3F9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80960" y="19202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METRICS COMPLIANCE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680960" y="2377440"/>
            <a:ext cx="34747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Touch Target Size: ≥48dp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(Easy thumb tapping on mobile)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High Contrast Ratios: WCAG AAA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(Legible under direct sunlight)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Sub-Second QR Parsing: &lt;200ms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(Fast throughput at covered courts)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Zero Complex Menus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(5 core bottom tabs on mobile)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C3F94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411480"/>
            <a:ext cx="36576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5486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SPECIFICATIONS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8686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Three-Tier System Architecture (Manuscript Figure 1)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10698480" cy="1234440"/>
          </a:xfrm>
          <a:prstGeom prst="roundRect">
            <a:avLst>
              <a:gd name="adj" fmla="val 11111"/>
            </a:avLst>
          </a:prstGeom>
          <a:solidFill>
            <a:srgbClr val="162238"/>
          </a:solidFill>
          <a:ln w="19050">
            <a:solidFill>
              <a:srgbClr val="28385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783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TIER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05840" y="20574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Applications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931920" y="1783080"/>
            <a:ext cx="7223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Citizen Resident Mobile App (React Native Expo)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Field Staff QR Scanner Hub (React Native Expo)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Administrative Web Command Center (React.js, Vite, Tailwind CSS)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3063240"/>
            <a:ext cx="10698480" cy="1234440"/>
          </a:xfrm>
          <a:prstGeom prst="roundRect">
            <a:avLst>
              <a:gd name="adj" fmla="val 11111"/>
            </a:avLst>
          </a:prstGeom>
          <a:solidFill>
            <a:srgbClr val="162238"/>
          </a:solidFill>
          <a:ln w="19050">
            <a:solidFill>
              <a:srgbClr val="28385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200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LOGIC TIER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005840" y="34747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API &amp; Engines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931920" y="3200400"/>
            <a:ext cx="7223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Node.js &amp; Express.js RESTful API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Socket.io WebSockets Engine (Real-Time)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Algorithm 1: Smart Recovery Priority Scoring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Algorithm 2: Right-Sized Relief Allocation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Anti-Duplicate-Claim Interception Middleware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4480560"/>
            <a:ext cx="10698480" cy="1234440"/>
          </a:xfrm>
          <a:prstGeom prst="roundRect">
            <a:avLst>
              <a:gd name="adj" fmla="val 11111"/>
            </a:avLst>
          </a:prstGeom>
          <a:solidFill>
            <a:srgbClr val="162238"/>
          </a:solidFill>
          <a:ln w="19050">
            <a:solidFill>
              <a:srgbClr val="28385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4617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PERSISTENCE TIER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005840" y="48920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Database &amp; Storage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931920" y="4617720"/>
            <a:ext cx="7223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MongoDB Atlas NoSQL Cluster (18 Collections)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Bcrypt Encrypted Passwords &amp; JWT Tokens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Compound Unique Indexes (Anti-Double Dip)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Cloud Geotagged Photo Storage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C3F94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411480"/>
            <a:ext cx="36576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5486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 STACK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8686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Technology Behind MitigatePlus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3383280" cy="2011680"/>
          </a:xfrm>
          <a:prstGeom prst="roundRect">
            <a:avLst>
              <a:gd name="adj" fmla="val 6818"/>
            </a:avLst>
          </a:prstGeom>
          <a:solidFill>
            <a:srgbClr val="162238"/>
          </a:solidFill>
          <a:ln w="19050">
            <a:solidFill>
              <a:srgbClr val="28385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82880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FRAMEWORK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6012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Native &amp; Expo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251460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Cross-platform Android mobile app with native camera integration for QR scanning and GPS hardware location capture.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89120" y="1645920"/>
            <a:ext cx="3383280" cy="2011680"/>
          </a:xfrm>
          <a:prstGeom prst="roundRect">
            <a:avLst>
              <a:gd name="adj" fmla="val 6818"/>
            </a:avLst>
          </a:prstGeom>
          <a:solidFill>
            <a:srgbClr val="162238"/>
          </a:solidFill>
          <a:ln w="19050">
            <a:solidFill>
              <a:srgbClr val="28385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182880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PORTAL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61772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React.js &amp; Vite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17720" y="251460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Ultra-fast Single Page Application (SPA) with Tailwind CSS for command dashboards, interactive heatmaps, and audit tables.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46720" y="1645920"/>
            <a:ext cx="3383280" cy="2011680"/>
          </a:xfrm>
          <a:prstGeom prst="roundRect">
            <a:avLst>
              <a:gd name="adj" fmla="val 6818"/>
            </a:avLst>
          </a:prstGeom>
          <a:solidFill>
            <a:srgbClr val="162238"/>
          </a:solidFill>
          <a:ln w="19050">
            <a:solidFill>
              <a:srgbClr val="28385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75320" y="182880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ENGINE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27532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&amp; Express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75320" y="251460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High-throughput asynchronous REST API implementing business logic engines, authentication middleware, and RBAC.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31520" y="3840480"/>
            <a:ext cx="3383280" cy="2011680"/>
          </a:xfrm>
          <a:prstGeom prst="roundRect">
            <a:avLst>
              <a:gd name="adj" fmla="val 6818"/>
            </a:avLst>
          </a:prstGeom>
          <a:solidFill>
            <a:srgbClr val="162238"/>
          </a:solidFill>
          <a:ln w="19050">
            <a:solidFill>
              <a:srgbClr val="28385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402336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TELEMETRY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60120" y="425196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Socket.io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60120" y="470916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Bi-directional WebSockets delivering instant alerts to web dashboards when duplicate scans are blocked in the field.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389120" y="3840480"/>
            <a:ext cx="3383280" cy="2011680"/>
          </a:xfrm>
          <a:prstGeom prst="roundRect">
            <a:avLst>
              <a:gd name="adj" fmla="val 6818"/>
            </a:avLst>
          </a:prstGeom>
          <a:solidFill>
            <a:srgbClr val="162238"/>
          </a:solidFill>
          <a:ln w="19050">
            <a:solidFill>
              <a:srgbClr val="28385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17720" y="402336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DATABASE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617720" y="425196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 Atlas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617720" y="470916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cloud NoSQL database with automated sharding, flexible schemas for family members, and geospatial querying.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046720" y="3840480"/>
            <a:ext cx="3383280" cy="2011680"/>
          </a:xfrm>
          <a:prstGeom prst="roundRect">
            <a:avLst>
              <a:gd name="adj" fmla="val 6818"/>
            </a:avLst>
          </a:prstGeom>
          <a:solidFill>
            <a:srgbClr val="162238"/>
          </a:solidFill>
          <a:ln w="19050">
            <a:solidFill>
              <a:srgbClr val="28385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75320" y="402336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&amp; AUTH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275320" y="425196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Bcrypt &amp; JWT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275320" y="470916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Cryptographic hashing of credentials and stateless JSON Web Tokens ensuring secure role-based access across mobile and web.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DEMONSTRATION &amp; DEFENSE READY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731520" y="24231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Empowering Disaster-Resilient Communities Through Data-Driven Relief Operations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3200400"/>
            <a:ext cx="5943600" cy="2560320"/>
          </a:xfrm>
          <a:prstGeom prst="roundRect">
            <a:avLst>
              <a:gd name="adj" fmla="val 7143"/>
            </a:avLst>
          </a:prstGeom>
          <a:solidFill>
            <a:srgbClr val="162238"/>
          </a:solidFill>
          <a:ln w="19050">
            <a:solidFill>
              <a:srgbClr val="1C3F9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347472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TEAM MEMBERS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3840480"/>
            <a:ext cx="53949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CORPUZ, JOHN RAFAEL P.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DATUL, JOHN HERSZEL D.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GARCIA, NEIL CHESTER MARI N.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NOLASCO, JOHN MICHAEL N.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ONNGOCO, ENICA CHRIS (ELLICA) P.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Capstone Adviser: Prof. John Ivan C. Maurat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949440" y="3200400"/>
            <a:ext cx="4480560" cy="2560320"/>
          </a:xfrm>
          <a:prstGeom prst="roundRect">
            <a:avLst>
              <a:gd name="adj" fmla="val 7143"/>
            </a:avLst>
          </a:prstGeom>
          <a:solidFill>
            <a:srgbClr val="101A2E"/>
          </a:solidFill>
          <a:ln w="19050">
            <a:solidFill>
              <a:srgbClr val="28385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23760" y="34747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DEPLOYED ECOSYSTEM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223760" y="3840480"/>
            <a:ext cx="39319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Web Portal: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https://post-mitigate-plus.vercel.app/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Mobile App APK: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Build ID 42fcf12b (Android Expo)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Cloud Database: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MongoDB Atlas (mitigateplus cluster)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University — Manila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of Computing and Information Technologies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National University - CCIT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MitigatePlus: A Community Disaster Risk Mitigation Information System</dc:title>
  <dc:subject>PptxGenJS Presentation</dc:subject>
  <dc:creator>MitigatePlus Team</dc:creator>
  <cp:lastModifiedBy>MitigatePlus Team</cp:lastModifiedBy>
  <cp:revision>1</cp:revision>
  <dcterms:created xsi:type="dcterms:W3CDTF">2026-09-29T15:45:58Z</dcterms:created>
  <dcterms:modified xsi:type="dcterms:W3CDTF">2026-09-29T15:45:58Z</dcterms:modified>
</cp:coreProperties>
</file>